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110</c:v>
                </c:pt>
                <c:pt idx="2">
                  <c:v>120</c:v>
                </c:pt>
                <c:pt idx="3">
                  <c:v>130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Q3 outperformance and Y/Y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Bullet Body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First point about revenue</a:t>
            </a:r>
          </a:p>
          <a:p>
            <a:r>
              <a:rPr sz="2000"/>
              <a:t>Second point about margins</a:t>
            </a:r>
          </a:p>
          <a:p>
            <a:r>
              <a:rPr sz="2000"/>
              <a:t>Third point about headcount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57200" y="4114800"/>
            <a:ext cx="1828800" cy="73152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