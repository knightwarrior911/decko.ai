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6" d="100"/>
          <a:sy n="66" d="100"/>
        </p:scale>
        <p:origin x="60" y="11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12B69-5EB3-2800-B604-B787D48551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E5A511-5746-5C31-49B0-D86A3A6E79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66B6CA-8A43-BBB3-6332-105D771818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BE9ABB-B08B-4478-9A87-2E9A09899291}" type="datetimeFigureOut">
              <a:rPr lang="en-IN" smtClean="0"/>
              <a:t>09-05-2026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FF4230-9F03-3174-EE7D-384350C8A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E44262-9B53-9201-A6BA-8A450FC4C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AEB51-C480-4927-8D63-D7E8CA2D075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25910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B7A0B-7A28-841B-271F-0D839A333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8FCE76-2F99-1D90-EB8F-2C53B632CB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C68471-8002-FB12-15EE-8C9709D25D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BE9ABB-B08B-4478-9A87-2E9A09899291}" type="datetimeFigureOut">
              <a:rPr lang="en-IN" smtClean="0"/>
              <a:t>09-05-2026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4C1886-44EF-C85B-865D-BFFFF64AB2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924DE6-0626-BDCB-F02C-E7D8A738B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AEB51-C480-4927-8D63-D7E8CA2D075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663443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5A414-BAA7-A9B5-4280-4212861462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D9666F-D29F-09EE-7000-7BE6025857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8AB6DE-F914-8C60-935A-A4C862652F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BE9ABB-B08B-4478-9A87-2E9A09899291}" type="datetimeFigureOut">
              <a:rPr lang="en-IN" smtClean="0"/>
              <a:t>09-05-2026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42D400-C103-F290-7285-6BED9EA6B8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9B63A-7037-C5AA-25E3-B1F1B491D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AEB51-C480-4927-8D63-D7E8CA2D075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03947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D4563-7EC4-2D08-F01A-CCB30F5EEF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4C259F-04BE-521C-69C1-DF31FB0D50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B9C077-F832-23A0-9D92-80EE9C6EF7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DA7B2B-F7F4-9B51-D244-E7A00397A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BE9ABB-B08B-4478-9A87-2E9A09899291}" type="datetimeFigureOut">
              <a:rPr lang="en-IN" smtClean="0"/>
              <a:t>09-05-2026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BBE830-C840-2BFF-0297-F6085760B8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B71C4A-35CE-E65C-A424-D86C9086AA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AEB51-C480-4927-8D63-D7E8CA2D075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457572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67973-3124-0680-75D5-E8D7C884B4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46EFBB-3496-910E-19F7-3D7A0A9B19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4F4EC6-147D-C6B3-15F7-9B3C7124D8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8C035BD-898E-67BB-1790-84D22F0C42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7AD54B8-6A56-2003-334E-FD5B7A3EC1B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1C2BC48-BC56-5C71-3CDB-FC0338EF9C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BE9ABB-B08B-4478-9A87-2E9A09899291}" type="datetimeFigureOut">
              <a:rPr lang="en-IN" smtClean="0"/>
              <a:t>09-05-2026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6937E54-2DF4-BA8D-1706-31FB2C587F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FF70D0B-2CD1-BD33-B422-4A55FE089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AEB51-C480-4927-8D63-D7E8CA2D075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49185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DE5DCC-2782-EB45-FFFC-3F4D26CA4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5C4149-F53A-FE7F-CEF3-F6F057E086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BE9ABB-B08B-4478-9A87-2E9A09899291}" type="datetimeFigureOut">
              <a:rPr lang="en-IN" smtClean="0"/>
              <a:t>09-05-2026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210F72-27A6-A725-B625-88D019E7F6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392334-D545-B395-5A29-ABE7853B7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AEB51-C480-4927-8D63-D7E8CA2D075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57323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CDB8712-3CD2-6655-89BE-4D21EB139B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BE9ABB-B08B-4478-9A87-2E9A09899291}" type="datetimeFigureOut">
              <a:rPr lang="en-IN" smtClean="0"/>
              <a:t>09-05-2026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3934F3-6C4B-F1BF-CBFB-606913F9E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F0966C-CC63-0F03-31CD-4B5AFC2AB3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AEB51-C480-4927-8D63-D7E8CA2D075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720276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03817F-0DC5-9A69-05B4-D90F950673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9C984B-3487-7347-432B-924EF04BEE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3342AA-92F9-2370-D1BF-832DDDD544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D0E2FD-E63B-5C6C-0790-D95BEF0D5D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BE9ABB-B08B-4478-9A87-2E9A09899291}" type="datetimeFigureOut">
              <a:rPr lang="en-IN" smtClean="0"/>
              <a:t>09-05-2026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006CA7-504B-7E6A-E56C-B78C87EC3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44657F-978C-EE1C-BF28-46BA4DCEC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AEB51-C480-4927-8D63-D7E8CA2D075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5273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CE412-7D20-056D-E1FD-EF3849419B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29122F5-64AE-1D59-8748-B3C18B7A6A0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E46C04-14DC-146D-59ED-4E90C2DE90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DC821D-457C-EE07-FA75-35A9E7E328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BE9ABB-B08B-4478-9A87-2E9A09899291}" type="datetimeFigureOut">
              <a:rPr lang="en-IN" smtClean="0"/>
              <a:t>09-05-2026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9630D7-14B0-7F09-41FF-429C93C7D5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821BD0-AEC2-D77F-B6B9-2D8D18C86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AEB51-C480-4927-8D63-D7E8CA2D075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540241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C981B-8911-EF09-B632-D03A311A2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0219493-CB4A-B938-57F0-2BD8EDA922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7105AE-86A5-7A18-BEF4-2CFB8CBA29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BE9ABB-B08B-4478-9A87-2E9A09899291}" type="datetimeFigureOut">
              <a:rPr lang="en-IN" smtClean="0"/>
              <a:t>09-05-2026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DFE008-0D20-121B-ABF3-7F47409D1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B61A96-294F-6AA8-4618-25BD1A0A8B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AEB51-C480-4927-8D63-D7E8CA2D075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749132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19463FD-63FC-DD49-2797-8F1C7107B3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190FACA-9BF7-BD5A-A8EC-B20C24281E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574FFF-01A0-3FB7-9AFD-79F2A9D670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BE9ABB-B08B-4478-9A87-2E9A09899291}" type="datetimeFigureOut">
              <a:rPr lang="en-IN" smtClean="0"/>
              <a:t>09-05-2026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FD91B1-7C99-3BDD-8149-6B7A76021B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62B13F-AAA4-264C-D69C-5A1376B4D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AEB51-C480-4927-8D63-D7E8CA2D075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50167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62610-1309-6B1D-0343-D83FDF7BC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B1E814-8973-1711-6E6C-D97C49F505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C870DE-409D-F6D1-C4B0-202A9E9335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BE9ABB-B08B-4478-9A87-2E9A09899291}" type="datetimeFigureOut">
              <a:rPr lang="en-IN" smtClean="0"/>
              <a:t>09-05-2026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7BF0B3-2EC6-AC8D-AEA7-15C1A05061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9E65C2-D369-9BC9-ED60-C03570492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AEB51-C480-4927-8D63-D7E8CA2D075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104770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1BA4EFC-C85B-A1DC-CBD6-34D2C4FD22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5C7EA3-5CBD-9A17-2047-E240A05A2D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4640CA-672F-A64F-5EF7-4564817B7E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BE9ABB-B08B-4478-9A87-2E9A09899291}" type="datetimeFigureOut">
              <a:rPr lang="en-IN" smtClean="0"/>
              <a:t>09-05-2026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523903-78FF-7645-DF9D-56406BD3E6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F15741-E5BF-C0FD-80EB-117E846C19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FAEB51-C480-4927-8D63-D7E8CA2D075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84334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hyperlink" Target="https://decko.ai/docs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F1C9E-AB12-1494-62A8-7DC63A1F96D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/>
              <a:t>Earnings Q3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96F922-06FC-AD94-C3FA-BF144E60165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/>
              <a:t>Revenue </a:t>
            </a:r>
            <a:r>
              <a:rPr lang="en-GB" b="1"/>
              <a:t>grew 23%</a:t>
            </a:r>
            <a:r>
              <a:rPr lang="en-GB"/>
              <a:t> in Q3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454910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01EEE-743F-4627-E14C-6F59042E1B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Highlights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7A3E95-9D3C-F72B-A585-AD77FF827D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First point about r</a:t>
            </a:r>
            <a:r>
              <a:rPr lang="en-GB" sz="2400"/>
              <a:t>evenue</a:t>
            </a:r>
          </a:p>
          <a:p>
            <a:r>
              <a:rPr lang="en-GB"/>
              <a:t>Second point with a l</a:t>
            </a:r>
            <a:r>
              <a:rPr lang="en-GB">
                <a:hlinkClick r:id="rId2"/>
              </a:rPr>
              <a:t>ink</a:t>
            </a:r>
            <a:endParaRPr lang="en-GB"/>
          </a:p>
          <a:p>
            <a:endParaRPr lang="en-IN"/>
            <a:r>
              <a:t>Third item, </a:t>
            </a:r>
            <a:r>
              <a:rPr lang="en-US" strike="sngStrike" dirty="0"/>
              <a:t>deprecated</a:t>
            </a:r>
          </a:p>
        </p:txBody>
      </p:sp>
    </p:spTree>
    <p:extLst>
      <p:ext uri="{BB962C8B-B14F-4D97-AF65-F5344CB8AC3E}">
        <p14:creationId xmlns:p14="http://schemas.microsoft.com/office/powerpoint/2010/main" val="35067436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09A858-F714-6A25-F832-1D535015772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/>
              <a:t>Chemistry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4A41E6-13F4-2D4B-ECFC-820946F37CB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/>
              <a:t>H</a:t>
            </a:r>
            <a:r>
              <a:rPr lang="en-IN" baseline="-25000"/>
              <a:t>2</a:t>
            </a:r>
            <a:r>
              <a:rPr lang="en-IN"/>
              <a:t>O</a:t>
            </a:r>
          </a:p>
          <a:p>
            <a:r>
              <a:rPr lang="en-IN"/>
              <a:t>E=mc</a:t>
            </a:r>
            <a:r>
              <a:rPr lang="en-IN" baseline="3000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1927244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05793-7843-723A-A82A-28B9312461D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/>
              <a:t>Layout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E5ED745-6D74-0A16-89E0-49FCF36DCF0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lIns="228600" tIns="114300" rIns="228600" bIns="114300" anchor="ctr"/>
          <a:lstStyle/>
          <a:p>
            <a:pPr>
              <a:lnSpc>
                <a:spcPct val="150000"/>
              </a:lnSpc>
            </a:pPr>
            <a:r>
              <a:rPr lang="en-GB"/>
              <a:t>Anchored middle</a:t>
            </a:r>
          </a:p>
          <a:p>
            <a:pPr>
              <a:lnSpc>
                <a:spcPct val="150000"/>
              </a:lnSpc>
            </a:pPr>
            <a:r>
              <a:rPr lang="en-GB"/>
              <a:t>With line spacing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812231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</Words>
  <Application>Microsoft Office PowerPoint</Application>
  <PresentationFormat>Widescreen</PresentationFormat>
  <Paragraphs>12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Earnings Q3</vt:lpstr>
      <vt:lpstr>Highlights</vt:lpstr>
      <vt:lpstr>Chemistry</vt:lpstr>
      <vt:lpstr>Layout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Vinit Paul</dc:creator>
  <cp:lastModifiedBy>Vinit Paul</cp:lastModifiedBy>
  <cp:revision>1</cp:revision>
  <dcterms:created xsi:type="dcterms:W3CDTF">2026-05-09T07:49:36Z</dcterms:created>
  <dcterms:modified xsi:type="dcterms:W3CDTF">2026-05-09T07:49:36Z</dcterms:modified>
</cp:coreProperties>
</file>