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0" y="1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B24E9-17C2-0D68-600C-ED31626894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77692E-7A21-8038-FDB6-EB18CC48BF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7A279-EEDD-6583-9799-962F461AD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EBD7B-8EB1-423A-95BC-1767948C3A44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2B9CDC-5481-32F2-9FCB-0FF2BB589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C15518-A9B7-114D-5CC9-1F6F1FF3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154C7-F847-4D8D-B672-35AC6CDDB6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6597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76CED-9341-5C9D-D950-E1718F0DF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291F1-CD59-D14B-F54E-F0FF0E4F6F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9E3E9-25D5-7231-ADE6-C42BCA7E5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EBD7B-8EB1-423A-95BC-1767948C3A44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2AF44-D9B2-C387-F8B2-874159B55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98973-783E-1987-D1A6-2118C759D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154C7-F847-4D8D-B672-35AC6CDDB6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047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E6A4E-3883-0276-5A1D-7749984B3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8D526-3CC4-B5F5-A7E1-65BCCD978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5510E-7CB3-B5C8-6D84-37585951C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EBD7B-8EB1-423A-95BC-1767948C3A44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C49E0-5AB9-C2B3-6CAD-2CE5CFB13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A3E45D-C462-B5F6-3810-9FFFBD828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154C7-F847-4D8D-B672-35AC6CDDB6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3952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20F4C-7D2D-1605-D9C5-9D30FD232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CC0EA-6B71-A30F-191A-0CDA4C603B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290FED-44CC-5A90-3673-3B200114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C8FAF-FDD6-D304-9FD5-2A0315B98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EBD7B-8EB1-423A-95BC-1767948C3A44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6EF286-94FA-5BC9-800A-86A93202F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5E6230-5DFD-2851-2D32-BCD40509E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154C7-F847-4D8D-B672-35AC6CDDB6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8885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53C1A-8FED-F081-7087-44B2611E1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D03900-F3A3-CCA8-737C-8FDF7859A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04EE84-08A4-5BE8-9A70-570A153FDE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3AB7D8-0D29-7F45-CBE3-28F5258047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D0E367-7150-8D97-EBC1-09F4B102F1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9A4EBB-BBDD-003A-1F35-BA013A841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EBD7B-8EB1-423A-95BC-1767948C3A44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A460E5-A980-7150-62BA-5CC68355E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0609AB-9D55-DAC3-C472-AF192614D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154C7-F847-4D8D-B672-35AC6CDDB6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7419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9B402-EDF7-2F03-D041-F65A7BA40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DEABC8-752F-E0EC-AE43-CCDF85E2C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EBD7B-8EB1-423A-95BC-1767948C3A44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32B8B1-4F45-FB56-6E33-B3A60E4D4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B5EB9F-DD3E-F00C-E27E-CCFCD902E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154C7-F847-4D8D-B672-35AC6CDDB6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934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BDFDBD-9258-75C8-BFDD-235E446B7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EBD7B-8EB1-423A-95BC-1767948C3A44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C9D0B5-7163-75A6-0F14-B60BF9C5D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CC5BED-9757-B37B-B3FC-B2788E340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154C7-F847-4D8D-B672-35AC6CDDB6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7481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A6048-DA0D-C233-EBED-B6590AE85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71598-4E7E-25A1-4E24-503E746A9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11EACB-91E4-29DD-E81F-3C646035A7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BF7C7A-FA20-91B1-CF42-68E53FCB8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EBD7B-8EB1-423A-95BC-1767948C3A44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116B80-4F6F-CD8F-9E3E-DC9F6C4B7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A47C1F-53C4-3CAE-8E8F-ABD2990A2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154C7-F847-4D8D-B672-35AC6CDDB6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7033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3A74E-20E3-595E-48B0-76D909463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AC8E54-8EA7-22EC-A1E0-010B2C0C56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F93FEC-2892-681B-03EA-7F17C1E9DD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DF4809-0732-6161-28DE-5D97488BA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EBD7B-8EB1-423A-95BC-1767948C3A44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64F9ED-F23E-B3F3-C4FA-49742098F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42B151-54A9-AC11-3418-A8CB7D87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154C7-F847-4D8D-B672-35AC6CDDB6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741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B2857-3BBD-7240-F9F1-9F9D5C2E1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44AD79-4B6B-97A0-B713-6851420493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30048-5C83-9BD1-D73C-A97F3345B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EBD7B-8EB1-423A-95BC-1767948C3A44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53821-A22D-04FA-3CDF-B1579FC68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85FF5-420F-9F32-6E6D-D00375089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154C7-F847-4D8D-B672-35AC6CDDB6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6932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9831A0-2BDA-A985-2E71-04136D6216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040E70-5D1D-9167-3556-2D0C7BDFF8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38BBB-B8CB-4741-730A-CB9BFF02C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EBD7B-8EB1-423A-95BC-1767948C3A44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F2D50-D042-8A19-D34E-368BF8B43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E87D4C-1DC8-6AE8-A34E-069DBAD12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154C7-F847-4D8D-B672-35AC6CDDB6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48298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F5F83-9770-0561-43EE-82D49F1A0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B3720-FD79-A7BB-0AD5-B689255FC0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CB826-3C83-215B-6741-8CA6B792E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EBD7B-8EB1-423A-95BC-1767948C3A44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16CEB-4C25-8438-40C5-1271D9361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6A5E3-4973-EC45-A3E0-32CE66334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3154C7-F847-4D8D-B672-35AC6CDDB6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116097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65D05F-575F-3274-20F8-2507144DE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6FD99E-2E3F-10C7-83C0-B9855F012C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8F2680-EA5D-F775-B497-0596163964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FEBD7B-8EB1-423A-95BC-1767948C3A44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B689C-5C72-30EA-2CD8-82E17F151F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745B-348F-0F5F-D4F9-D8BB411BC2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3154C7-F847-4D8D-B672-35AC6CDDB6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930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hyperlink" Target="https://decko.ai/docs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8B789-76FF-8A4B-5F4B-EA9D570B62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Earnings Q3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D2E575-94CC-8949-7AD6-5FC420E803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Revenue </a:t>
            </a:r>
            <a:r>
              <a:rPr lang="en-GB" b="1"/>
              <a:t>grew 23%</a:t>
            </a:r>
            <a:r>
              <a:rPr lang="en-GB"/>
              <a:t> in Q3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282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DF8DE-B90C-7EC4-696D-89CC638A2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Highlights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B91EB7-AF46-28DD-87CD-BD974867D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First point about </a:t>
            </a:r>
            <a:r>
              <a:rPr lang="en-GB" sz="2400"/>
              <a:t>revenue</a:t>
            </a:r>
          </a:p>
          <a:p>
            <a:r>
              <a:rPr lang="en-GB"/>
              <a:t>Second point with a </a:t>
            </a:r>
            <a:r>
              <a:rPr lang="en-GB">
                <a:hlinkClick r:id="rId2"/>
              </a:rPr>
              <a:t>link</a:t>
            </a:r>
            <a:endParaRPr lang="en-GB"/>
          </a:p>
          <a:p>
            <a:endParaRPr lang="en-IN"/>
            <a:r>
              <a:t>Third item, </a:t>
            </a:r>
            <a:r>
              <a:rPr lang="en-US" strike="sngStrike" dirty="0"/>
              <a:t>deprecated</a:t>
            </a:r>
          </a:p>
        </p:txBody>
      </p:sp>
    </p:spTree>
    <p:extLst>
      <p:ext uri="{BB962C8B-B14F-4D97-AF65-F5344CB8AC3E}">
        <p14:creationId xmlns:p14="http://schemas.microsoft.com/office/powerpoint/2010/main" val="348803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52221-F41B-F371-A8D8-774A66B74B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Chemistry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8C731D-DA57-1892-BE2D-388226D768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H</a:t>
            </a:r>
            <a:r>
              <a:rPr lang="en-IN" baseline="-25000"/>
              <a:t>2</a:t>
            </a:r>
            <a:r>
              <a:rPr lang="en-IN"/>
              <a:t>O</a:t>
            </a:r>
          </a:p>
          <a:p>
            <a:r>
              <a:rPr lang="en-IN"/>
              <a:t>E=mc</a:t>
            </a:r>
            <a:r>
              <a:rPr lang="en-IN" baseline="3000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87647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0CF5D-0ED7-14E5-2E2E-3DDCE2042E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Layout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49647C-3BAF-3B1B-BA40-CF40F5CEDD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lIns="228600" tIns="114300" rIns="228600" bIns="114300" anchor="ctr"/>
          <a:lstStyle/>
          <a:p>
            <a:pPr>
              <a:lnSpc>
                <a:spcPct val="150000"/>
              </a:lnSpc>
            </a:pPr>
            <a:r>
              <a:rPr lang="en-GB"/>
              <a:t>Anchored middle</a:t>
            </a:r>
          </a:p>
          <a:p>
            <a:pPr>
              <a:lnSpc>
                <a:spcPct val="150000"/>
              </a:lnSpc>
            </a:pPr>
            <a:r>
              <a:rPr lang="en-GB"/>
              <a:t>With line spacing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514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</Words>
  <Application>Microsoft Office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Earnings Q3</vt:lpstr>
      <vt:lpstr>Highlights</vt:lpstr>
      <vt:lpstr>Chemistry</vt:lpstr>
      <vt:lpstr>Layout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Vinit Paul</dc:creator>
  <cp:lastModifiedBy>Vinit Paul</cp:lastModifiedBy>
  <cp:revision>1</cp:revision>
  <dcterms:created xsi:type="dcterms:W3CDTF">2026-05-09T07:55:27Z</dcterms:created>
  <dcterms:modified xsi:type="dcterms:W3CDTF">2026-05-09T07:55:27Z</dcterms:modified>
</cp:coreProperties>
</file>